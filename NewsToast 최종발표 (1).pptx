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73" r:id="rId4"/>
    <p:sldId id="258" r:id="rId5"/>
    <p:sldId id="274" r:id="rId6"/>
    <p:sldId id="260" r:id="rId7"/>
    <p:sldId id="270" r:id="rId8"/>
    <p:sldId id="272" r:id="rId9"/>
    <p:sldId id="261" r:id="rId10"/>
    <p:sldId id="263" r:id="rId11"/>
    <p:sldId id="264" r:id="rId12"/>
    <p:sldId id="271" r:id="rId13"/>
    <p:sldId id="265" r:id="rId14"/>
    <p:sldId id="269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378FB2-1F86-4BB6-B1F0-2964E480EACB}" v="14" dt="2025-12-03T12:16:14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" y="1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ehyuk won" userId="5dc15f99fb751b84" providerId="LiveId" clId="{10613973-7919-4CF7-A14B-59FA7D9F74FE}"/>
    <pc:docChg chg="undo custSel addSld delSld modSld sldOrd">
      <pc:chgData name="jaehyuk won" userId="5dc15f99fb751b84" providerId="LiveId" clId="{10613973-7919-4CF7-A14B-59FA7D9F74FE}" dt="2025-12-08T10:49:05.719" v="4465" actId="1076"/>
      <pc:docMkLst>
        <pc:docMk/>
      </pc:docMkLst>
      <pc:sldChg chg="modSp new mod">
        <pc:chgData name="jaehyuk won" userId="5dc15f99fb751b84" providerId="LiveId" clId="{10613973-7919-4CF7-A14B-59FA7D9F74FE}" dt="2025-12-02T16:09:39.015" v="3056" actId="20577"/>
        <pc:sldMkLst>
          <pc:docMk/>
          <pc:sldMk cId="1418225041" sldId="257"/>
        </pc:sldMkLst>
        <pc:spChg chg="mod">
          <ac:chgData name="jaehyuk won" userId="5dc15f99fb751b84" providerId="LiveId" clId="{10613973-7919-4CF7-A14B-59FA7D9F74FE}" dt="2025-12-02T16:09:39.015" v="3056" actId="20577"/>
          <ac:spMkLst>
            <pc:docMk/>
            <pc:sldMk cId="1418225041" sldId="257"/>
            <ac:spMk id="3" creationId="{C88D165E-F730-9451-9E43-B91210A19A73}"/>
          </ac:spMkLst>
        </pc:spChg>
      </pc:sldChg>
      <pc:sldChg chg="addSp delSp modSp new mod">
        <pc:chgData name="jaehyuk won" userId="5dc15f99fb751b84" providerId="LiveId" clId="{10613973-7919-4CF7-A14B-59FA7D9F74FE}" dt="2025-12-02T16:30:12.627" v="4328" actId="255"/>
        <pc:sldMkLst>
          <pc:docMk/>
          <pc:sldMk cId="2429297612" sldId="258"/>
        </pc:sldMkLst>
        <pc:spChg chg="add del mod">
          <ac:chgData name="jaehyuk won" userId="5dc15f99fb751b84" providerId="LiveId" clId="{10613973-7919-4CF7-A14B-59FA7D9F74FE}" dt="2025-12-02T16:30:12.627" v="4328" actId="255"/>
          <ac:spMkLst>
            <pc:docMk/>
            <pc:sldMk cId="2429297612" sldId="258"/>
            <ac:spMk id="3" creationId="{874EC206-1D46-159E-B657-F08E54070D99}"/>
          </ac:spMkLst>
        </pc:spChg>
      </pc:sldChg>
      <pc:sldChg chg="addSp delSp modSp add mod">
        <pc:chgData name="jaehyuk won" userId="5dc15f99fb751b84" providerId="LiveId" clId="{10613973-7919-4CF7-A14B-59FA7D9F74FE}" dt="2025-12-03T10:55:12.298" v="4332"/>
        <pc:sldMkLst>
          <pc:docMk/>
          <pc:sldMk cId="1263921456" sldId="261"/>
        </pc:sldMkLst>
        <pc:spChg chg="mod">
          <ac:chgData name="jaehyuk won" userId="5dc15f99fb751b84" providerId="LiveId" clId="{10613973-7919-4CF7-A14B-59FA7D9F74FE}" dt="2025-12-02T16:10:14.438" v="3094" actId="20577"/>
          <ac:spMkLst>
            <pc:docMk/>
            <pc:sldMk cId="1263921456" sldId="261"/>
            <ac:spMk id="2" creationId="{ACFA9203-12FA-9EC9-4BC3-F3EBEBDCA67D}"/>
          </ac:spMkLst>
        </pc:spChg>
        <pc:spChg chg="mod">
          <ac:chgData name="jaehyuk won" userId="5dc15f99fb751b84" providerId="LiveId" clId="{10613973-7919-4CF7-A14B-59FA7D9F74FE}" dt="2025-12-02T16:19:10.241" v="3635" actId="20577"/>
          <ac:spMkLst>
            <pc:docMk/>
            <pc:sldMk cId="1263921456" sldId="261"/>
            <ac:spMk id="3" creationId="{09E37199-737D-1F0F-E249-C6CF56807D90}"/>
          </ac:spMkLst>
        </pc:spChg>
        <pc:picChg chg="add mod">
          <ac:chgData name="jaehyuk won" userId="5dc15f99fb751b84" providerId="LiveId" clId="{10613973-7919-4CF7-A14B-59FA7D9F74FE}" dt="2025-12-03T10:55:12.298" v="4332"/>
          <ac:picMkLst>
            <pc:docMk/>
            <pc:sldMk cId="1263921456" sldId="261"/>
            <ac:picMk id="4" creationId="{A97B8FAF-1B06-AE14-75C5-FF8DA69D9805}"/>
          </ac:picMkLst>
        </pc:picChg>
        <pc:picChg chg="add mod">
          <ac:chgData name="jaehyuk won" userId="5dc15f99fb751b84" providerId="LiveId" clId="{10613973-7919-4CF7-A14B-59FA7D9F74FE}" dt="2025-12-02T16:18:58.051" v="3618" actId="1076"/>
          <ac:picMkLst>
            <pc:docMk/>
            <pc:sldMk cId="1263921456" sldId="261"/>
            <ac:picMk id="6" creationId="{71A61D83-84F1-1676-98EA-CC4FB353D844}"/>
          </ac:picMkLst>
        </pc:picChg>
        <pc:picChg chg="add mod">
          <ac:chgData name="jaehyuk won" userId="5dc15f99fb751b84" providerId="LiveId" clId="{10613973-7919-4CF7-A14B-59FA7D9F74FE}" dt="2025-12-02T16:19:27.877" v="3637" actId="1076"/>
          <ac:picMkLst>
            <pc:docMk/>
            <pc:sldMk cId="1263921456" sldId="261"/>
            <ac:picMk id="9" creationId="{0A4D2575-7F37-54FD-57B5-2633BB916DFE}"/>
          </ac:picMkLst>
        </pc:picChg>
      </pc:sldChg>
      <pc:sldChg chg="addSp delSp modSp add mod">
        <pc:chgData name="jaehyuk won" userId="5dc15f99fb751b84" providerId="LiveId" clId="{10613973-7919-4CF7-A14B-59FA7D9F74FE}" dt="2025-12-03T10:55:14.167" v="4333"/>
        <pc:sldMkLst>
          <pc:docMk/>
          <pc:sldMk cId="227664174" sldId="263"/>
        </pc:sldMkLst>
        <pc:spChg chg="mod">
          <ac:chgData name="jaehyuk won" userId="5dc15f99fb751b84" providerId="LiveId" clId="{10613973-7919-4CF7-A14B-59FA7D9F74FE}" dt="2025-12-02T16:10:24.240" v="3122" actId="20577"/>
          <ac:spMkLst>
            <pc:docMk/>
            <pc:sldMk cId="227664174" sldId="263"/>
            <ac:spMk id="2" creationId="{665407C5-272F-8C44-66C5-052FB3E9F63F}"/>
          </ac:spMkLst>
        </pc:spChg>
        <pc:picChg chg="add mod">
          <ac:chgData name="jaehyuk won" userId="5dc15f99fb751b84" providerId="LiveId" clId="{10613973-7919-4CF7-A14B-59FA7D9F74FE}" dt="2025-12-02T16:19:43.296" v="3643" actId="1076"/>
          <ac:picMkLst>
            <pc:docMk/>
            <pc:sldMk cId="227664174" sldId="263"/>
            <ac:picMk id="4" creationId="{DBBFED9C-6FA1-2140-D1C4-D8DD0B1060A9}"/>
          </ac:picMkLst>
        </pc:picChg>
        <pc:picChg chg="add mod">
          <ac:chgData name="jaehyuk won" userId="5dc15f99fb751b84" providerId="LiveId" clId="{10613973-7919-4CF7-A14B-59FA7D9F74FE}" dt="2025-12-03T10:55:14.167" v="4333"/>
          <ac:picMkLst>
            <pc:docMk/>
            <pc:sldMk cId="227664174" sldId="263"/>
            <ac:picMk id="5" creationId="{C4C90D7D-A3DB-4121-5CC5-A7D6391541F7}"/>
          </ac:picMkLst>
        </pc:picChg>
        <pc:picChg chg="add mod">
          <ac:chgData name="jaehyuk won" userId="5dc15f99fb751b84" providerId="LiveId" clId="{10613973-7919-4CF7-A14B-59FA7D9F74FE}" dt="2025-12-02T16:19:53.655" v="3646" actId="14100"/>
          <ac:picMkLst>
            <pc:docMk/>
            <pc:sldMk cId="227664174" sldId="263"/>
            <ac:picMk id="8" creationId="{3A8AFE5A-9D90-0811-DF3C-A39C18F831C8}"/>
          </ac:picMkLst>
        </pc:picChg>
        <pc:picChg chg="add mod">
          <ac:chgData name="jaehyuk won" userId="5dc15f99fb751b84" providerId="LiveId" clId="{10613973-7919-4CF7-A14B-59FA7D9F74FE}" dt="2025-12-02T16:20:12.250" v="3653" actId="1076"/>
          <ac:picMkLst>
            <pc:docMk/>
            <pc:sldMk cId="227664174" sldId="263"/>
            <ac:picMk id="13" creationId="{CA8BBCA9-D8A4-51B8-56CE-BEBA82958DA0}"/>
          </ac:picMkLst>
        </pc:picChg>
      </pc:sldChg>
      <pc:sldChg chg="addSp delSp modSp add mod">
        <pc:chgData name="jaehyuk won" userId="5dc15f99fb751b84" providerId="LiveId" clId="{10613973-7919-4CF7-A14B-59FA7D9F74FE}" dt="2025-12-03T10:55:15.180" v="4334"/>
        <pc:sldMkLst>
          <pc:docMk/>
          <pc:sldMk cId="3821248754" sldId="264"/>
        </pc:sldMkLst>
        <pc:spChg chg="mod">
          <ac:chgData name="jaehyuk won" userId="5dc15f99fb751b84" providerId="LiveId" clId="{10613973-7919-4CF7-A14B-59FA7D9F74FE}" dt="2025-12-02T16:11:05.139" v="3168" actId="20577"/>
          <ac:spMkLst>
            <pc:docMk/>
            <pc:sldMk cId="3821248754" sldId="264"/>
            <ac:spMk id="2" creationId="{7BC616CF-FE25-FFDC-C484-6AA0BF529212}"/>
          </ac:spMkLst>
        </pc:spChg>
        <pc:picChg chg="add mod">
          <ac:chgData name="jaehyuk won" userId="5dc15f99fb751b84" providerId="LiveId" clId="{10613973-7919-4CF7-A14B-59FA7D9F74FE}" dt="2025-12-03T10:55:15.180" v="4334"/>
          <ac:picMkLst>
            <pc:docMk/>
            <pc:sldMk cId="3821248754" sldId="264"/>
            <ac:picMk id="4" creationId="{88658184-9EF6-7B50-3210-AB9BA07FE073}"/>
          </ac:picMkLst>
        </pc:picChg>
        <pc:picChg chg="add mod">
          <ac:chgData name="jaehyuk won" userId="5dc15f99fb751b84" providerId="LiveId" clId="{10613973-7919-4CF7-A14B-59FA7D9F74FE}" dt="2025-12-02T16:20:33.024" v="3660" actId="1076"/>
          <ac:picMkLst>
            <pc:docMk/>
            <pc:sldMk cId="3821248754" sldId="264"/>
            <ac:picMk id="6" creationId="{B7E30EE6-F1E1-B717-3E85-35AE3EF2DE42}"/>
          </ac:picMkLst>
        </pc:picChg>
        <pc:picChg chg="add mod">
          <ac:chgData name="jaehyuk won" userId="5dc15f99fb751b84" providerId="LiveId" clId="{10613973-7919-4CF7-A14B-59FA7D9F74FE}" dt="2025-12-02T16:23:32.633" v="3667" actId="1076"/>
          <ac:picMkLst>
            <pc:docMk/>
            <pc:sldMk cId="3821248754" sldId="264"/>
            <ac:picMk id="9" creationId="{B8F3B94F-4413-7EAD-19ED-985C29377DC0}"/>
          </ac:picMkLst>
        </pc:picChg>
      </pc:sldChg>
      <pc:sldChg chg="addSp delSp modSp add mod">
        <pc:chgData name="jaehyuk won" userId="5dc15f99fb751b84" providerId="LiveId" clId="{10613973-7919-4CF7-A14B-59FA7D9F74FE}" dt="2025-12-03T10:55:15.902" v="4335"/>
        <pc:sldMkLst>
          <pc:docMk/>
          <pc:sldMk cId="1812468207" sldId="265"/>
        </pc:sldMkLst>
        <pc:spChg chg="mod">
          <ac:chgData name="jaehyuk won" userId="5dc15f99fb751b84" providerId="LiveId" clId="{10613973-7919-4CF7-A14B-59FA7D9F74FE}" dt="2025-12-02T16:11:25.783" v="3254" actId="20577"/>
          <ac:spMkLst>
            <pc:docMk/>
            <pc:sldMk cId="1812468207" sldId="265"/>
            <ac:spMk id="2" creationId="{AF7BED83-BD05-58A0-E2F8-74E6F1552748}"/>
          </ac:spMkLst>
        </pc:spChg>
        <pc:spChg chg="mod">
          <ac:chgData name="jaehyuk won" userId="5dc15f99fb751b84" providerId="LiveId" clId="{10613973-7919-4CF7-A14B-59FA7D9F74FE}" dt="2025-11-10T15:29:01.614" v="2970" actId="20577"/>
          <ac:spMkLst>
            <pc:docMk/>
            <pc:sldMk cId="1812468207" sldId="265"/>
            <ac:spMk id="3" creationId="{F17BBD4C-9CB4-3905-5476-527512515F9B}"/>
          </ac:spMkLst>
        </pc:spChg>
        <pc:picChg chg="add mod">
          <ac:chgData name="jaehyuk won" userId="5dc15f99fb751b84" providerId="LiveId" clId="{10613973-7919-4CF7-A14B-59FA7D9F74FE}" dt="2025-12-03T10:55:15.902" v="4335"/>
          <ac:picMkLst>
            <pc:docMk/>
            <pc:sldMk cId="1812468207" sldId="265"/>
            <ac:picMk id="4" creationId="{83D537C1-4FFF-318F-D0DB-6F2EA508CCA1}"/>
          </ac:picMkLst>
        </pc:picChg>
        <pc:picChg chg="add mod">
          <ac:chgData name="jaehyuk won" userId="5dc15f99fb751b84" providerId="LiveId" clId="{10613973-7919-4CF7-A14B-59FA7D9F74FE}" dt="2025-12-02T16:17:47.806" v="3614" actId="1076"/>
          <ac:picMkLst>
            <pc:docMk/>
            <pc:sldMk cId="1812468207" sldId="265"/>
            <ac:picMk id="10" creationId="{52E3AD22-1E0A-7F1A-3A0F-EB9873869CF7}"/>
          </ac:picMkLst>
        </pc:picChg>
        <pc:picChg chg="add mod">
          <ac:chgData name="jaehyuk won" userId="5dc15f99fb751b84" providerId="LiveId" clId="{10613973-7919-4CF7-A14B-59FA7D9F74FE}" dt="2025-12-02T16:17:06.515" v="3603" actId="1076"/>
          <ac:picMkLst>
            <pc:docMk/>
            <pc:sldMk cId="1812468207" sldId="265"/>
            <ac:picMk id="13" creationId="{41EDC814-E90C-A523-0089-A5F09BB780D5}"/>
          </ac:picMkLst>
        </pc:picChg>
        <pc:picChg chg="add mod">
          <ac:chgData name="jaehyuk won" userId="5dc15f99fb751b84" providerId="LiveId" clId="{10613973-7919-4CF7-A14B-59FA7D9F74FE}" dt="2025-12-02T16:17:43.196" v="3611" actId="1076"/>
          <ac:picMkLst>
            <pc:docMk/>
            <pc:sldMk cId="1812468207" sldId="265"/>
            <ac:picMk id="15" creationId="{06A6F30C-9CD3-ABA0-B562-10219FDD13DA}"/>
          </ac:picMkLst>
        </pc:picChg>
        <pc:picChg chg="add mod">
          <ac:chgData name="jaehyuk won" userId="5dc15f99fb751b84" providerId="LiveId" clId="{10613973-7919-4CF7-A14B-59FA7D9F74FE}" dt="2025-12-02T16:17:45.876" v="3613" actId="14100"/>
          <ac:picMkLst>
            <pc:docMk/>
            <pc:sldMk cId="1812468207" sldId="265"/>
            <ac:picMk id="17" creationId="{973B2955-7C12-3557-4E6D-7109B5021B93}"/>
          </ac:picMkLst>
        </pc:picChg>
      </pc:sldChg>
      <pc:sldChg chg="addSp delSp modSp add mod">
        <pc:chgData name="jaehyuk won" userId="5dc15f99fb751b84" providerId="LiveId" clId="{10613973-7919-4CF7-A14B-59FA7D9F74FE}" dt="2025-12-08T10:49:05.719" v="4465" actId="1076"/>
        <pc:sldMkLst>
          <pc:docMk/>
          <pc:sldMk cId="2942996544" sldId="266"/>
        </pc:sldMkLst>
        <pc:spChg chg="mod">
          <ac:chgData name="jaehyuk won" userId="5dc15f99fb751b84" providerId="LiveId" clId="{10613973-7919-4CF7-A14B-59FA7D9F74FE}" dt="2025-12-02T16:13:02.979" v="3285" actId="20577"/>
          <ac:spMkLst>
            <pc:docMk/>
            <pc:sldMk cId="2942996544" sldId="266"/>
            <ac:spMk id="2" creationId="{22871EE3-D893-F57E-BBBA-1C04B8EFE693}"/>
          </ac:spMkLst>
        </pc:spChg>
        <pc:spChg chg="mod">
          <ac:chgData name="jaehyuk won" userId="5dc15f99fb751b84" providerId="LiveId" clId="{10613973-7919-4CF7-A14B-59FA7D9F74FE}" dt="2025-12-08T10:49:01.309" v="4462" actId="20577"/>
          <ac:spMkLst>
            <pc:docMk/>
            <pc:sldMk cId="2942996544" sldId="266"/>
            <ac:spMk id="3" creationId="{3492C602-BA49-E253-7F33-8EBFF5BFE6DE}"/>
          </ac:spMkLst>
        </pc:spChg>
        <pc:spChg chg="add">
          <ac:chgData name="jaehyuk won" userId="5dc15f99fb751b84" providerId="LiveId" clId="{10613973-7919-4CF7-A14B-59FA7D9F74FE}" dt="2025-12-02T16:15:08.588" v="3450" actId="11529"/>
          <ac:spMkLst>
            <pc:docMk/>
            <pc:sldMk cId="2942996544" sldId="266"/>
            <ac:spMk id="14" creationId="{DBB95CB3-C300-21A1-6F2A-961C5275432E}"/>
          </ac:spMkLst>
        </pc:spChg>
        <pc:picChg chg="add mod">
          <ac:chgData name="jaehyuk won" userId="5dc15f99fb751b84" providerId="LiveId" clId="{10613973-7919-4CF7-A14B-59FA7D9F74FE}" dt="2025-12-02T16:09:42.470" v="3058" actId="1076"/>
          <ac:picMkLst>
            <pc:docMk/>
            <pc:sldMk cId="2942996544" sldId="266"/>
            <ac:picMk id="5" creationId="{2469002C-FE6F-A2F4-B640-4D29AB80CA94}"/>
          </ac:picMkLst>
        </pc:picChg>
        <pc:picChg chg="add mod">
          <ac:chgData name="jaehyuk won" userId="5dc15f99fb751b84" providerId="LiveId" clId="{10613973-7919-4CF7-A14B-59FA7D9F74FE}" dt="2025-12-03T10:55:08.728" v="4331" actId="1076"/>
          <ac:picMkLst>
            <pc:docMk/>
            <pc:sldMk cId="2942996544" sldId="266"/>
            <ac:picMk id="6" creationId="{26945D6B-1FFA-4C5B-0DC0-EF46E84F58A2}"/>
          </ac:picMkLst>
        </pc:picChg>
        <pc:picChg chg="add mod">
          <ac:chgData name="jaehyuk won" userId="5dc15f99fb751b84" providerId="LiveId" clId="{10613973-7919-4CF7-A14B-59FA7D9F74FE}" dt="2025-12-08T10:49:02.802" v="4463" actId="1076"/>
          <ac:picMkLst>
            <pc:docMk/>
            <pc:sldMk cId="2942996544" sldId="266"/>
            <ac:picMk id="9" creationId="{57205C43-3AC3-00A1-A473-D252F7AA9A20}"/>
          </ac:picMkLst>
        </pc:picChg>
        <pc:picChg chg="add mod">
          <ac:chgData name="jaehyuk won" userId="5dc15f99fb751b84" providerId="LiveId" clId="{10613973-7919-4CF7-A14B-59FA7D9F74FE}" dt="2025-12-08T10:49:04.419" v="4464" actId="1076"/>
          <ac:picMkLst>
            <pc:docMk/>
            <pc:sldMk cId="2942996544" sldId="266"/>
            <ac:picMk id="11" creationId="{C66ED19E-DE6E-EF1B-D88F-9C7385B23826}"/>
          </ac:picMkLst>
        </pc:picChg>
        <pc:picChg chg="add mod">
          <ac:chgData name="jaehyuk won" userId="5dc15f99fb751b84" providerId="LiveId" clId="{10613973-7919-4CF7-A14B-59FA7D9F74FE}" dt="2025-12-08T10:49:05.719" v="4465" actId="1076"/>
          <ac:picMkLst>
            <pc:docMk/>
            <pc:sldMk cId="2942996544" sldId="266"/>
            <ac:picMk id="13" creationId="{8FA50E1D-F9CB-4605-5D18-7DF837BDA955}"/>
          </ac:picMkLst>
        </pc:picChg>
        <pc:picChg chg="add mod">
          <ac:chgData name="jaehyuk won" userId="5dc15f99fb751b84" providerId="LiveId" clId="{10613973-7919-4CF7-A14B-59FA7D9F74FE}" dt="2025-12-02T16:24:14.457" v="3765" actId="1076"/>
          <ac:picMkLst>
            <pc:docMk/>
            <pc:sldMk cId="2942996544" sldId="266"/>
            <ac:picMk id="16" creationId="{4ACBB72B-96C6-3C2B-F9B2-A9D39AC70DFA}"/>
          </ac:picMkLst>
        </pc:picChg>
      </pc:sldChg>
      <pc:sldChg chg="modSp add mod">
        <pc:chgData name="jaehyuk won" userId="5dc15f99fb751b84" providerId="LiveId" clId="{10613973-7919-4CF7-A14B-59FA7D9F74FE}" dt="2025-12-02T16:10:07.803" v="3075" actId="20577"/>
        <pc:sldMkLst>
          <pc:docMk/>
          <pc:sldMk cId="98683707" sldId="268"/>
        </pc:sldMkLst>
        <pc:spChg chg="mod">
          <ac:chgData name="jaehyuk won" userId="5dc15f99fb751b84" providerId="LiveId" clId="{10613973-7919-4CF7-A14B-59FA7D9F74FE}" dt="2025-12-02T16:10:06.991" v="3074" actId="20577"/>
          <ac:spMkLst>
            <pc:docMk/>
            <pc:sldMk cId="98683707" sldId="268"/>
            <ac:spMk id="2" creationId="{EEDEF2B0-137D-0E19-BA32-4F8B481682FF}"/>
          </ac:spMkLst>
        </pc:spChg>
        <pc:spChg chg="mod">
          <ac:chgData name="jaehyuk won" userId="5dc15f99fb751b84" providerId="LiveId" clId="{10613973-7919-4CF7-A14B-59FA7D9F74FE}" dt="2025-12-02T16:10:07.803" v="3075" actId="20577"/>
          <ac:spMkLst>
            <pc:docMk/>
            <pc:sldMk cId="98683707" sldId="268"/>
            <ac:spMk id="3" creationId="{D9119D70-24C0-68AD-ABC9-0CC2C701F22F}"/>
          </ac:spMkLst>
        </pc:spChg>
      </pc:sldChg>
      <pc:sldChg chg="addSp delSp modSp add mod">
        <pc:chgData name="jaehyuk won" userId="5dc15f99fb751b84" providerId="LiveId" clId="{10613973-7919-4CF7-A14B-59FA7D9F74FE}" dt="2025-12-03T10:55:16.953" v="4336"/>
        <pc:sldMkLst>
          <pc:docMk/>
          <pc:sldMk cId="549999527" sldId="269"/>
        </pc:sldMkLst>
        <pc:spChg chg="mod">
          <ac:chgData name="jaehyuk won" userId="5dc15f99fb751b84" providerId="LiveId" clId="{10613973-7919-4CF7-A14B-59FA7D9F74FE}" dt="2025-12-02T16:12:26.751" v="3275" actId="20577"/>
          <ac:spMkLst>
            <pc:docMk/>
            <pc:sldMk cId="549999527" sldId="269"/>
            <ac:spMk id="2" creationId="{FEADF4AE-FB0A-925F-0C61-E12B0FB1438B}"/>
          </ac:spMkLst>
        </pc:spChg>
        <pc:spChg chg="mod">
          <ac:chgData name="jaehyuk won" userId="5dc15f99fb751b84" providerId="LiveId" clId="{10613973-7919-4CF7-A14B-59FA7D9F74FE}" dt="2025-12-02T16:26:17.291" v="3996" actId="20577"/>
          <ac:spMkLst>
            <pc:docMk/>
            <pc:sldMk cId="549999527" sldId="269"/>
            <ac:spMk id="3" creationId="{30FC72C4-5A1F-A7C0-A0AF-DD6EAC553CCD}"/>
          </ac:spMkLst>
        </pc:spChg>
        <pc:picChg chg="add mod">
          <ac:chgData name="jaehyuk won" userId="5dc15f99fb751b84" providerId="LiveId" clId="{10613973-7919-4CF7-A14B-59FA7D9F74FE}" dt="2025-12-03T10:55:16.953" v="4336"/>
          <ac:picMkLst>
            <pc:docMk/>
            <pc:sldMk cId="549999527" sldId="269"/>
            <ac:picMk id="4" creationId="{EFA7262D-D138-6D68-BDEA-BD9BA83FE52A}"/>
          </ac:picMkLst>
        </pc:picChg>
        <pc:picChg chg="add mod">
          <ac:chgData name="jaehyuk won" userId="5dc15f99fb751b84" providerId="LiveId" clId="{10613973-7919-4CF7-A14B-59FA7D9F74FE}" dt="2025-12-02T16:24:57.832" v="3825" actId="1076"/>
          <ac:picMkLst>
            <pc:docMk/>
            <pc:sldMk cId="549999527" sldId="269"/>
            <ac:picMk id="7" creationId="{CCB4FBBF-5810-4964-0AB1-2CB6FCDFA065}"/>
          </ac:picMkLst>
        </pc:picChg>
        <pc:picChg chg="add mod">
          <ac:chgData name="jaehyuk won" userId="5dc15f99fb751b84" providerId="LiveId" clId="{10613973-7919-4CF7-A14B-59FA7D9F74FE}" dt="2025-12-02T16:25:49.186" v="3842" actId="1076"/>
          <ac:picMkLst>
            <pc:docMk/>
            <pc:sldMk cId="549999527" sldId="269"/>
            <ac:picMk id="13" creationId="{3C2832FE-9E0F-72B2-B415-1742C97D6531}"/>
          </ac:picMkLst>
        </pc:picChg>
        <pc:picChg chg="add mod">
          <ac:chgData name="jaehyuk won" userId="5dc15f99fb751b84" providerId="LiveId" clId="{10613973-7919-4CF7-A14B-59FA7D9F74FE}" dt="2025-12-02T16:25:46.661" v="3841" actId="1076"/>
          <ac:picMkLst>
            <pc:docMk/>
            <pc:sldMk cId="549999527" sldId="269"/>
            <ac:picMk id="15" creationId="{2514D17D-A467-D080-6F80-8097BFAF85E0}"/>
          </ac:picMkLst>
        </pc:picChg>
        <pc:picChg chg="add mod">
          <ac:chgData name="jaehyuk won" userId="5dc15f99fb751b84" providerId="LiveId" clId="{10613973-7919-4CF7-A14B-59FA7D9F74FE}" dt="2025-12-02T16:26:35.198" v="4002" actId="1076"/>
          <ac:picMkLst>
            <pc:docMk/>
            <pc:sldMk cId="549999527" sldId="269"/>
            <ac:picMk id="17" creationId="{3A6E1798-07AF-ADEE-6D97-4EC1C0C13E7A}"/>
          </ac:picMkLst>
        </pc:picChg>
      </pc:sldChg>
      <pc:sldChg chg="addSp delSp modSp add mod">
        <pc:chgData name="jaehyuk won" userId="5dc15f99fb751b84" providerId="LiveId" clId="{10613973-7919-4CF7-A14B-59FA7D9F74FE}" dt="2025-12-02T16:28:52.108" v="4088" actId="255"/>
        <pc:sldMkLst>
          <pc:docMk/>
          <pc:sldMk cId="3982303531" sldId="270"/>
        </pc:sldMkLst>
        <pc:spChg chg="mod">
          <ac:chgData name="jaehyuk won" userId="5dc15f99fb751b84" providerId="LiveId" clId="{10613973-7919-4CF7-A14B-59FA7D9F74FE}" dt="2025-12-02T16:28:52.108" v="4088" actId="255"/>
          <ac:spMkLst>
            <pc:docMk/>
            <pc:sldMk cId="3982303531" sldId="270"/>
            <ac:spMk id="3" creationId="{42F691B5-519B-C6C1-1AF4-17A97A0C3E58}"/>
          </ac:spMkLst>
        </pc:spChg>
        <pc:picChg chg="add mod">
          <ac:chgData name="jaehyuk won" userId="5dc15f99fb751b84" providerId="LiveId" clId="{10613973-7919-4CF7-A14B-59FA7D9F74FE}" dt="2025-12-02T16:28:46.382" v="4087" actId="1076"/>
          <ac:picMkLst>
            <pc:docMk/>
            <pc:sldMk cId="3982303531" sldId="270"/>
            <ac:picMk id="6" creationId="{F1183DFD-F3A2-81BB-FA44-F07D3839EB8F}"/>
          </ac:picMkLst>
        </pc:picChg>
      </pc:sldChg>
      <pc:sldChg chg="addSp delSp modSp add mod">
        <pc:chgData name="jaehyuk won" userId="5dc15f99fb751b84" providerId="LiveId" clId="{10613973-7919-4CF7-A14B-59FA7D9F74FE}" dt="2025-12-03T12:23:14.174" v="4457" actId="14100"/>
        <pc:sldMkLst>
          <pc:docMk/>
          <pc:sldMk cId="775358341" sldId="271"/>
        </pc:sldMkLst>
        <pc:spChg chg="mod">
          <ac:chgData name="jaehyuk won" userId="5dc15f99fb751b84" providerId="LiveId" clId="{10613973-7919-4CF7-A14B-59FA7D9F74FE}" dt="2025-12-03T12:16:21.838" v="4359" actId="20577"/>
          <ac:spMkLst>
            <pc:docMk/>
            <pc:sldMk cId="775358341" sldId="271"/>
            <ac:spMk id="2" creationId="{48C329F6-F526-998F-C420-EA0072D99B9B}"/>
          </ac:spMkLst>
        </pc:spChg>
        <pc:spChg chg="mod">
          <ac:chgData name="jaehyuk won" userId="5dc15f99fb751b84" providerId="LiveId" clId="{10613973-7919-4CF7-A14B-59FA7D9F74FE}" dt="2025-12-03T12:18:30.199" v="4447" actId="20577"/>
          <ac:spMkLst>
            <pc:docMk/>
            <pc:sldMk cId="775358341" sldId="271"/>
            <ac:spMk id="3" creationId="{27247702-0859-7A87-49BB-FA0F9BAB1C4C}"/>
          </ac:spMkLst>
        </pc:spChg>
        <pc:spChg chg="add mod">
          <ac:chgData name="jaehyuk won" userId="5dc15f99fb751b84" providerId="LiveId" clId="{10613973-7919-4CF7-A14B-59FA7D9F74FE}" dt="2025-12-03T12:23:14.174" v="4457" actId="14100"/>
          <ac:spMkLst>
            <pc:docMk/>
            <pc:sldMk cId="775358341" sldId="271"/>
            <ac:spMk id="8" creationId="{9CC8110B-0FB3-B205-5FB8-7C389707F858}"/>
          </ac:spMkLst>
        </pc:spChg>
        <pc:picChg chg="add mod">
          <ac:chgData name="jaehyuk won" userId="5dc15f99fb751b84" providerId="LiveId" clId="{10613973-7919-4CF7-A14B-59FA7D9F74FE}" dt="2025-12-03T12:23:08.002" v="4454" actId="1076"/>
          <ac:picMkLst>
            <pc:docMk/>
            <pc:sldMk cId="775358341" sldId="271"/>
            <ac:picMk id="7" creationId="{4E5CCA3E-75DE-8C20-956D-1F9DA8469022}"/>
          </ac:picMkLst>
        </pc:picChg>
        <pc:picChg chg="add mod">
          <ac:chgData name="jaehyuk won" userId="5dc15f99fb751b84" providerId="LiveId" clId="{10613973-7919-4CF7-A14B-59FA7D9F74FE}" dt="2025-12-03T12:23:08.774" v="4455" actId="1076"/>
          <ac:picMkLst>
            <pc:docMk/>
            <pc:sldMk cId="775358341" sldId="271"/>
            <ac:picMk id="11" creationId="{96A3E06D-8472-52EC-A890-F7B502CB40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9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73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8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1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09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22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12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29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65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227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8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95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275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09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12/9/2025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32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txStyles>
    <p:titleStyle>
      <a:lvl1pPr algn="l" defTabSz="457200" rtl="0" eaLnBrk="1" latinLnBrk="1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98B82-EA23-8154-850C-77AA893D0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en-US" altLang="ko-KR" dirty="0" err="1"/>
              <a:t>NewsToast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B1D64C-DEB9-5982-96EF-19A301C03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27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2021145046 </a:t>
            </a:r>
            <a:r>
              <a:rPr lang="ko-KR" altLang="en-US" sz="2800" dirty="0"/>
              <a:t>원재혁</a:t>
            </a:r>
          </a:p>
        </p:txBody>
      </p:sp>
    </p:spTree>
    <p:extLst>
      <p:ext uri="{BB962C8B-B14F-4D97-AF65-F5344CB8AC3E}">
        <p14:creationId xmlns:p14="http://schemas.microsoft.com/office/powerpoint/2010/main" val="2723120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C5967-F0C1-4018-CFC8-CCD18DEF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D165E-F730-9451-9E43-B91210A19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기술스택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주요 기능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22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4255C-BF3D-D560-0A03-2931EA573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355E6B-3765-7BBB-9801-9743DA10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A6264C-2C3A-D82C-3DA9-4ED8D42234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278"/>
            <a:ext cx="9144000" cy="1655762"/>
          </a:xfrm>
        </p:spPr>
        <p:txBody>
          <a:bodyPr>
            <a:normAutofit/>
          </a:bodyPr>
          <a:lstStyle/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01491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277AA-3B73-720E-1066-5522C090E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4EC206-1D46-159E-B657-F08E5407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altLang="ko-KR" sz="2000" dirty="0" err="1"/>
              <a:t>NewsToast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ko-KR" altLang="en-US" sz="1600" dirty="0"/>
              <a:t>최신 뉴스를 간략하게 요약해주는 </a:t>
            </a:r>
            <a:r>
              <a:rPr lang="en-US" altLang="ko-KR" sz="1600" dirty="0"/>
              <a:t>AI </a:t>
            </a:r>
            <a:r>
              <a:rPr lang="ko-KR" altLang="en-US" sz="1600" dirty="0"/>
              <a:t>어플리케이션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주요 타겟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 </a:t>
            </a:r>
            <a:r>
              <a:rPr lang="ko-KR" altLang="en-US" sz="1600" dirty="0"/>
              <a:t>장문의 글을 읽는 것이 부담되는 사람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 </a:t>
            </a:r>
            <a:r>
              <a:rPr lang="ko-KR" altLang="en-US" sz="1600" dirty="0"/>
              <a:t>간편하고 빠르게 뉴스를 접하고 싶은 사람</a:t>
            </a:r>
            <a:endParaRPr lang="en-US" altLang="ko-KR" sz="1600" dirty="0"/>
          </a:p>
          <a:p>
            <a:pPr marL="914400" lvl="2" indent="0">
              <a:buNone/>
            </a:pPr>
            <a:endParaRPr lang="en-US" altLang="ko-KR" sz="1600" dirty="0"/>
          </a:p>
          <a:p>
            <a:r>
              <a:rPr lang="ko-KR" altLang="en-US" sz="1600" dirty="0"/>
              <a:t>최신 뉴스 기사를 상시로 확인 가능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150</a:t>
            </a:r>
            <a:r>
              <a:rPr lang="ko-KR" altLang="en-US" sz="1600" dirty="0"/>
              <a:t>자 이상의 뉴스 텍스트를 </a:t>
            </a:r>
            <a:r>
              <a:rPr lang="en-US" altLang="ko-KR" sz="1600" dirty="0"/>
              <a:t>ai</a:t>
            </a:r>
            <a:r>
              <a:rPr lang="ko-KR" altLang="en-US" sz="1600" dirty="0"/>
              <a:t>엔진을 활용하여 요약 및 정리</a:t>
            </a:r>
            <a:endParaRPr lang="en-US" altLang="ko-KR" sz="1600" dirty="0"/>
          </a:p>
          <a:p>
            <a:pPr lvl="1" algn="ctr"/>
            <a:endParaRPr lang="en-US" altLang="ko-KR" dirty="0"/>
          </a:p>
        </p:txBody>
      </p:sp>
      <p:pic>
        <p:nvPicPr>
          <p:cNvPr id="7" name="그림 6" descr="텍스트, 사람, 휴대 전화, 휴대용 통신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47B7E5-33E2-7E45-9FEC-6D626CCD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95" y="2222287"/>
            <a:ext cx="4119403" cy="403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9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3FB9-4950-2D8C-00CA-B1F25BEA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28844-62E2-46A1-3D82-A5209F32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ko-KR" altLang="en-US" dirty="0"/>
              <a:t>기술 스택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08C077-31D8-99DB-3CA1-83461C723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278"/>
            <a:ext cx="9144000" cy="1655762"/>
          </a:xfrm>
        </p:spPr>
        <p:txBody>
          <a:bodyPr>
            <a:normAutofit/>
          </a:bodyPr>
          <a:lstStyle/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24299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45D7-2808-9A4D-1A6E-8F9477F8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B3079-5D1D-8AD3-5FB9-DE56FE0C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스택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4F1A2-459F-8464-078A-4726441F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UI : Jetpack Compose</a:t>
            </a:r>
          </a:p>
          <a:p>
            <a:r>
              <a:rPr lang="ko-KR" altLang="en-US" dirty="0"/>
              <a:t>뉴스 업로드</a:t>
            </a:r>
            <a:r>
              <a:rPr lang="en-US" altLang="ko-KR" dirty="0"/>
              <a:t>: </a:t>
            </a:r>
            <a:r>
              <a:rPr lang="en-US" altLang="ko-KR" dirty="0" err="1"/>
              <a:t>Jsoup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뉴스 </a:t>
            </a:r>
            <a:r>
              <a:rPr lang="en-US" altLang="ko-KR" dirty="0"/>
              <a:t>URL </a:t>
            </a:r>
            <a:r>
              <a:rPr lang="ko-KR" altLang="en-US" dirty="0"/>
              <a:t>추출</a:t>
            </a:r>
            <a:endParaRPr lang="en-US" altLang="ko-KR" dirty="0"/>
          </a:p>
          <a:p>
            <a:r>
              <a:rPr lang="ko-KR" altLang="en-US" dirty="0"/>
              <a:t>뉴스 요약 </a:t>
            </a:r>
            <a:r>
              <a:rPr lang="en-US" altLang="ko-KR" dirty="0"/>
              <a:t>ai: OpenAI GPT API(gpt-3.5-turbo) </a:t>
            </a:r>
          </a:p>
          <a:p>
            <a:pPr marL="457200" lvl="1" indent="0">
              <a:buNone/>
            </a:pPr>
            <a:r>
              <a:rPr lang="en-US" altLang="ko-KR" dirty="0"/>
              <a:t>=&gt; Pre-trained model </a:t>
            </a:r>
            <a:r>
              <a:rPr lang="ko-KR" altLang="en-US" dirty="0"/>
              <a:t>기반</a:t>
            </a:r>
            <a:endParaRPr lang="en-US" altLang="ko-KR" dirty="0"/>
          </a:p>
          <a:p>
            <a:r>
              <a:rPr lang="ko-KR" altLang="en-US" dirty="0"/>
              <a:t>네트워크 관리</a:t>
            </a:r>
            <a:r>
              <a:rPr lang="en-US" altLang="ko-KR" dirty="0"/>
              <a:t>: Retrofit , </a:t>
            </a:r>
            <a:r>
              <a:rPr lang="en-US" altLang="ko-KR" dirty="0" err="1"/>
              <a:t>OkHttp</a:t>
            </a:r>
            <a:endParaRPr lang="en-US" altLang="ko-KR" dirty="0"/>
          </a:p>
          <a:p>
            <a:r>
              <a:rPr lang="ko-KR" altLang="en-US" dirty="0"/>
              <a:t>상태 관리</a:t>
            </a:r>
            <a:r>
              <a:rPr lang="en-US" altLang="ko-KR" dirty="0"/>
              <a:t>: </a:t>
            </a:r>
            <a:r>
              <a:rPr lang="en-US" altLang="ko-KR" dirty="0" err="1"/>
              <a:t>ViewModel</a:t>
            </a:r>
            <a:r>
              <a:rPr lang="en-US" altLang="ko-KR" dirty="0"/>
              <a:t> , State</a:t>
            </a:r>
          </a:p>
          <a:p>
            <a:r>
              <a:rPr lang="ko-KR" altLang="en-US" dirty="0"/>
              <a:t>저장</a:t>
            </a:r>
            <a:r>
              <a:rPr lang="en-US" altLang="ko-KR" dirty="0"/>
              <a:t>:</a:t>
            </a:r>
            <a:r>
              <a:rPr lang="en-US" altLang="ko-KR" dirty="0" err="1"/>
              <a:t>RoomDB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r>
              <a:rPr lang="en-US" altLang="ko-KR" dirty="0"/>
              <a:t>=&gt; </a:t>
            </a:r>
            <a:r>
              <a:rPr lang="ko-KR" altLang="en-US" dirty="0"/>
              <a:t>요약본 저장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1A26B0-D421-6F55-EC61-BEEF1F5D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615" y="2222287"/>
            <a:ext cx="1074634" cy="99197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29943A-0DB4-8F96-5195-A7A45E3BC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138" y="2222287"/>
            <a:ext cx="1085861" cy="9919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C7CED7F-4A3C-08B3-ACD1-6E2AABC57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888" y="2222287"/>
            <a:ext cx="1145490" cy="9919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D67D69-4D50-6901-C417-1BC3F20EA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226" y="3429000"/>
            <a:ext cx="2015267" cy="9924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ADB4E35-E903-8BCB-EADC-3255A0F79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6615" y="4782607"/>
            <a:ext cx="1297191" cy="99197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14A4D2D-DE22-571D-C985-F276CE26B6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9872" y="4753078"/>
            <a:ext cx="1446402" cy="110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58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702D-86EB-6383-D7EA-743172A3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5B69A-C56D-8DC3-083A-8A560969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스택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F691B5-519B-C6C1-1AF4-17A97A0C3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ko-KR" altLang="en-US" sz="2800" dirty="0"/>
              <a:t>네이버 </a:t>
            </a:r>
            <a:r>
              <a:rPr lang="en-US" altLang="ko-KR" sz="2800" dirty="0"/>
              <a:t>API</a:t>
            </a:r>
          </a:p>
          <a:p>
            <a:pPr lvl="1"/>
            <a:r>
              <a:rPr lang="ko-KR" altLang="en-US" sz="2000" dirty="0"/>
              <a:t>역할</a:t>
            </a:r>
            <a:r>
              <a:rPr lang="en-US" altLang="ko-KR" sz="2000" dirty="0"/>
              <a:t>: </a:t>
            </a:r>
            <a:r>
              <a:rPr lang="ko-KR" altLang="en-US" sz="2000" dirty="0"/>
              <a:t>실시간 뉴스 데이터 수집 ▪</a:t>
            </a:r>
            <a:endParaRPr lang="en-US" altLang="ko-KR" sz="2000" dirty="0"/>
          </a:p>
          <a:p>
            <a:pPr lvl="1"/>
            <a:r>
              <a:rPr lang="ko-KR" altLang="en-US" sz="2000" dirty="0"/>
              <a:t> 기능</a:t>
            </a:r>
            <a:r>
              <a:rPr lang="en-US" altLang="ko-KR" sz="2000" dirty="0"/>
              <a:t>: -</a:t>
            </a:r>
            <a:r>
              <a:rPr lang="ko-KR" altLang="en-US" sz="2000" dirty="0"/>
              <a:t> 카테고리별 최신 뉴스 자동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</a:t>
            </a:r>
            <a:r>
              <a:rPr lang="en-US" altLang="ko-KR" sz="2000" dirty="0"/>
              <a:t>–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lvl="1"/>
            <a:r>
              <a:rPr lang="ko-KR" altLang="en-US" sz="2000" dirty="0"/>
              <a:t>키워드 검색 및 맞춤 추천 </a:t>
            </a:r>
            <a:r>
              <a:rPr lang="en-US" altLang="ko-KR" sz="2000" dirty="0"/>
              <a:t>–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lvl="1"/>
            <a:r>
              <a:rPr lang="ko-KR" altLang="en-US" sz="2000" dirty="0"/>
              <a:t>일일 </a:t>
            </a:r>
            <a:r>
              <a:rPr lang="en-US" altLang="ko-KR" sz="2000" dirty="0"/>
              <a:t>25,000</a:t>
            </a:r>
            <a:r>
              <a:rPr lang="ko-KR" altLang="en-US" sz="2000" dirty="0"/>
              <a:t>건 무료 제공 ▪ </a:t>
            </a:r>
            <a:endParaRPr lang="en-US" altLang="ko-KR" sz="2000" dirty="0"/>
          </a:p>
          <a:p>
            <a:pPr lvl="1"/>
            <a:r>
              <a:rPr lang="ko-KR" altLang="en-US" sz="2000" dirty="0"/>
              <a:t>안정성</a:t>
            </a:r>
            <a:r>
              <a:rPr lang="en-US" altLang="ko-KR" sz="2000" dirty="0"/>
              <a:t>: API </a:t>
            </a:r>
            <a:r>
              <a:rPr lang="ko-KR" altLang="en-US" sz="2000" dirty="0"/>
              <a:t>오류 시 웹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자동 전환</a:t>
            </a:r>
            <a:endParaRPr lang="en-US" altLang="ko-KR" sz="2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183DFD-F3A2-81BB-FA44-F07D3839E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255" y="2352578"/>
            <a:ext cx="4610743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0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3260-6D8B-DC7D-3CAA-FF25B414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D1494-CC04-CBC7-4A6B-67347A0C4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ko-KR" altLang="en-US" dirty="0"/>
              <a:t>주요 기능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D1E48E-0346-98B0-79DE-1A6022DD7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278"/>
            <a:ext cx="9144000" cy="1655762"/>
          </a:xfrm>
        </p:spPr>
        <p:txBody>
          <a:bodyPr>
            <a:normAutofit/>
          </a:bodyPr>
          <a:lstStyle/>
          <a:p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73224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3316-DF94-A162-6718-591D239B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A9203-12FA-9EC9-4BC3-F3EBEBDC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페이지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37199-737D-1F0F-E249-C6CF56807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메인 화면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 </a:t>
            </a:r>
            <a:r>
              <a:rPr lang="ko-KR" altLang="en-US" dirty="0"/>
              <a:t>최신 뉴스 </a:t>
            </a:r>
            <a:r>
              <a:rPr lang="en-US" altLang="ko-KR" dirty="0"/>
              <a:t>/ </a:t>
            </a:r>
            <a:r>
              <a:rPr lang="ko-KR" altLang="en-US" dirty="0"/>
              <a:t>저장된 요약 </a:t>
            </a:r>
            <a:r>
              <a:rPr lang="en-US" altLang="ko-KR" dirty="0"/>
              <a:t>/ </a:t>
            </a:r>
            <a:r>
              <a:rPr lang="ko-KR" altLang="en-US" dirty="0"/>
              <a:t>즐겨찾기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처음 앱을 활성화한 시점에서 뉴스 패널이 빈칸으로 표시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EBB7EF-6125-9BAE-7434-F2AC536A4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80" y="4405451"/>
            <a:ext cx="2201348" cy="17694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A61D83-84F1-1676-98EA-CC4FB353D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302" y="0"/>
            <a:ext cx="3114698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4D2575-7F37-54FD-57B5-2633BB916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395" y="3042369"/>
            <a:ext cx="2648320" cy="54300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7B8FAF-1B06-AE14-75C5-FF8DA69D9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921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73AA-C1BD-13CD-7B6B-5A7CD653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407C5-272F-8C44-66C5-052FB3E9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 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879D8-BAEB-13E6-D3C8-CBF2DD32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&lt;</a:t>
            </a:r>
            <a:r>
              <a:rPr lang="ko-KR" altLang="en-US" dirty="0"/>
              <a:t>최신 뉴스 가져오기 </a:t>
            </a:r>
            <a:r>
              <a:rPr lang="en-US" altLang="ko-KR" dirty="0"/>
              <a:t>&gt; </a:t>
            </a:r>
            <a:r>
              <a:rPr lang="ko-KR" altLang="en-US" dirty="0"/>
              <a:t>를 누를 시</a:t>
            </a:r>
            <a:r>
              <a:rPr lang="en-US" altLang="ko-KR" dirty="0"/>
              <a:t>, </a:t>
            </a:r>
            <a:r>
              <a:rPr lang="ko-KR" altLang="en-US" dirty="0"/>
              <a:t>네이버의 최신 뉴스들을 업로드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읽고자 하는 뉴스 패널의 </a:t>
            </a:r>
            <a:r>
              <a:rPr lang="en-US" altLang="ko-KR" dirty="0"/>
              <a:t>&lt; </a:t>
            </a:r>
            <a:r>
              <a:rPr lang="ko-KR" altLang="en-US" dirty="0"/>
              <a:t>요약하기 </a:t>
            </a:r>
            <a:r>
              <a:rPr lang="en-US" altLang="ko-KR" dirty="0"/>
              <a:t>&gt; </a:t>
            </a:r>
            <a:r>
              <a:rPr lang="ko-KR" altLang="en-US" dirty="0"/>
              <a:t>버튼을 클릭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42D9A24-7454-A6F8-4CCA-1442D5BD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594" y="4194089"/>
            <a:ext cx="2444714" cy="102336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BBFED9C-6FA1-2140-D1C4-D8DD0B106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651" y="0"/>
            <a:ext cx="3114698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8AFE5A-9D90-0811-DF3C-A39C18F83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598" y="4194089"/>
            <a:ext cx="2455709" cy="102546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A8BBCA9-D8A4-51B8-56CE-BEBA82958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9031" y="3861758"/>
            <a:ext cx="4117500" cy="20430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4C90D7D-A3DB-4121-5CC5-A7D639154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F8CF-5972-F56E-03FE-028607D77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616CF-FE25-FFDC-C484-6AA0BF52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요약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E96FE-C095-A102-589E-8E57E6C2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&lt; </a:t>
            </a:r>
            <a:r>
              <a:rPr lang="ko-KR" altLang="en-US" dirty="0"/>
              <a:t>요약하기 </a:t>
            </a:r>
            <a:r>
              <a:rPr lang="en-US" altLang="ko-KR" dirty="0"/>
              <a:t>&gt; </a:t>
            </a:r>
            <a:r>
              <a:rPr lang="ko-KR" altLang="en-US" dirty="0"/>
              <a:t>버튼을 클릭 시</a:t>
            </a:r>
            <a:r>
              <a:rPr lang="en-US" altLang="ko-KR" dirty="0"/>
              <a:t>, </a:t>
            </a:r>
            <a:r>
              <a:rPr lang="ko-KR" altLang="en-US" dirty="0" err="1"/>
              <a:t>로딩창</a:t>
            </a:r>
            <a:r>
              <a:rPr lang="ko-KR" altLang="en-US" dirty="0"/>
              <a:t>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로딩동안</a:t>
            </a:r>
            <a:r>
              <a:rPr lang="en-US" altLang="ko-KR" dirty="0"/>
              <a:t>, ChatGPT</a:t>
            </a:r>
            <a:r>
              <a:rPr lang="ko-KR" altLang="en-US" dirty="0"/>
              <a:t>가 뉴스 </a:t>
            </a:r>
            <a:r>
              <a:rPr lang="en-US" altLang="ko-KR" dirty="0"/>
              <a:t>URL</a:t>
            </a:r>
            <a:r>
              <a:rPr lang="ko-KR" altLang="en-US" dirty="0"/>
              <a:t>의 </a:t>
            </a:r>
            <a:r>
              <a:rPr lang="en-US" altLang="ko-KR" dirty="0"/>
              <a:t>text</a:t>
            </a:r>
            <a:r>
              <a:rPr lang="ko-KR" altLang="en-US" dirty="0"/>
              <a:t>를 인식 후</a:t>
            </a:r>
            <a:r>
              <a:rPr lang="en-US" altLang="ko-KR" dirty="0"/>
              <a:t>, </a:t>
            </a:r>
            <a:r>
              <a:rPr lang="ko-KR" altLang="en-US" dirty="0"/>
              <a:t>조회</a:t>
            </a:r>
            <a:r>
              <a:rPr lang="en-US" altLang="ko-KR" dirty="0"/>
              <a:t>,</a:t>
            </a:r>
            <a:r>
              <a:rPr lang="ko-KR" altLang="en-US" dirty="0"/>
              <a:t>요약 진행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E30EE6-F1E1-B717-3E85-35AE3EF2D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38" y="4692632"/>
            <a:ext cx="5750797" cy="11661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8F3B94F-4413-7EAD-19ED-985C2937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029" y="0"/>
            <a:ext cx="3017971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8658184-9EF6-7B50-3210-AB9BA07FE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24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AB97-5BBB-1732-5066-D1971846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329F6-F526-998F-C420-EA0072D9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키워드 검색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247702-0859-7A87-49BB-FA0F9BAB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키워드 </a:t>
            </a:r>
            <a:r>
              <a:rPr lang="ko-KR" altLang="en-US" dirty="0" err="1"/>
              <a:t>검색란에</a:t>
            </a:r>
            <a:r>
              <a:rPr lang="ko-KR" altLang="en-US" dirty="0"/>
              <a:t> 원하는 키워드를 검색 후 검색 가능 </a:t>
            </a: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899530-A1F1-5C7C-AF99-678E0760E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029" y="0"/>
            <a:ext cx="3017971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656BB7-D66E-FC05-6873-9129186E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5CCA3E-75DE-8C20-956D-1F9DA8469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52" y="2693139"/>
            <a:ext cx="5001323" cy="1133633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9CC8110B-0FB3-B205-5FB8-7C389707F858}"/>
              </a:ext>
            </a:extLst>
          </p:cNvPr>
          <p:cNvSpPr/>
          <p:nvPr/>
        </p:nvSpPr>
        <p:spPr>
          <a:xfrm>
            <a:off x="3624943" y="4040542"/>
            <a:ext cx="424543" cy="4879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6A3E06D-8472-52EC-A890-F7B502CB4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417" y="4746635"/>
            <a:ext cx="4095392" cy="191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5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C29F8-77EA-C8FA-3FB5-42772F534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BED83-BD05-58A0-E2F8-74E6F155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삭제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7BBD4C-9CB4-3905-5476-52751251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요약된 뉴스 목록은 </a:t>
            </a:r>
            <a:r>
              <a:rPr lang="en-US" altLang="ko-KR" dirty="0"/>
              <a:t>&lt;</a:t>
            </a:r>
            <a:r>
              <a:rPr lang="ko-KR" altLang="en-US" dirty="0"/>
              <a:t>저장된 요약</a:t>
            </a:r>
            <a:r>
              <a:rPr lang="en-US" altLang="ko-KR" dirty="0"/>
              <a:t>&gt;</a:t>
            </a:r>
            <a:r>
              <a:rPr lang="ko-KR" altLang="en-US" dirty="0"/>
              <a:t>페이지에서 조회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뉴스들의 요약본을 확인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DB</a:t>
            </a:r>
            <a:r>
              <a:rPr lang="ko-KR" altLang="en-US" dirty="0"/>
              <a:t>로서의 삭제 기능 탑재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2E3AD22-1E0A-7F1A-3A0F-EB9873869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484" y="5175062"/>
            <a:ext cx="941562" cy="8827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EDC814-E90C-A523-0089-A5F09BB78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711" y="0"/>
            <a:ext cx="3059289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6A6F30C-9CD3-ABA0-B562-10219FDD1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1828" y="2641716"/>
            <a:ext cx="2199486" cy="125023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73B2955-7C12-3557-4E6D-7109B5021B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121" y="4075369"/>
            <a:ext cx="2690876" cy="2588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D537C1-4FFF-318F-D0DB-6F2EA508C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6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05AF1-1D0B-46D2-FD67-096A12AF9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DF4AE-FB0A-925F-0C61-E12B0FB1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즐겨찾기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FC72C4-5A1F-A7C0-A0AF-DD6EAC553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저장된 요약 중 즐겨찾기 </a:t>
            </a:r>
            <a:r>
              <a:rPr lang="en-US" altLang="ko-KR" dirty="0"/>
              <a:t>ON/OFF </a:t>
            </a:r>
            <a:r>
              <a:rPr lang="ko-KR" altLang="en-US" dirty="0"/>
              <a:t>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즐겨찾기 시</a:t>
            </a:r>
            <a:r>
              <a:rPr lang="en-US" altLang="ko-KR" dirty="0"/>
              <a:t>, </a:t>
            </a:r>
            <a:r>
              <a:rPr lang="ko-KR" altLang="en-US" dirty="0"/>
              <a:t>즐겨찾기 페이지로 이동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dirty="0" err="1"/>
              <a:t>즐겨찾기한</a:t>
            </a:r>
            <a:r>
              <a:rPr lang="ko-KR" altLang="en-US" dirty="0"/>
              <a:t> 목록들만 따로 조회 가능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B4FBBF-5810-4964-0AB1-2CB6FCDF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440" y="0"/>
            <a:ext cx="3059289" cy="6858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2832FE-9E0F-72B2-B415-1742C97D6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622" y="2728450"/>
            <a:ext cx="619211" cy="5144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14D17D-A467-D080-6F80-8097BFAF8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8295" y="2710350"/>
            <a:ext cx="619211" cy="5325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A6E1798-07AF-ADEE-6D97-4EC1C0C13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373" y="1715159"/>
            <a:ext cx="3025738" cy="50448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A7262D-D138-6D68-BDEA-BD9BA83FE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999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F0DE5-BA7C-2D71-497C-16963C2F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71EE3-D893-F57E-BBBA-1C04B8E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추천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2C602-BA49-E253-7F33-8EBFF5BFE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즐겨찾기 목록에 있는 키워드를 바탕으로</a:t>
            </a:r>
            <a:br>
              <a:rPr lang="en-US" altLang="ko-KR" dirty="0"/>
            </a:br>
            <a:r>
              <a:rPr lang="en-US" altLang="ko-KR" dirty="0"/>
              <a:t>AI</a:t>
            </a:r>
            <a:r>
              <a:rPr lang="ko-KR" altLang="en-US" dirty="0"/>
              <a:t>가 관련된 뉴스를 추천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관련 뉴스 찾기 버튼으로 기능 활성화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Ex)</a:t>
            </a:r>
            <a:r>
              <a:rPr lang="ko-KR" altLang="en-US" dirty="0"/>
              <a:t>즐겨찾기 목록에 있는 </a:t>
            </a:r>
            <a:r>
              <a:rPr lang="en-US" altLang="ko-KR" dirty="0"/>
              <a:t>“</a:t>
            </a:r>
            <a:r>
              <a:rPr lang="ko-KR" altLang="en-US" dirty="0" err="1"/>
              <a:t>쿠팡</a:t>
            </a:r>
            <a:r>
              <a:rPr lang="en-US" altLang="ko-KR" dirty="0"/>
              <a:t>＂</a:t>
            </a:r>
            <a:r>
              <a:rPr lang="ko-KR" altLang="en-US" dirty="0"/>
              <a:t>키워드로 </a:t>
            </a:r>
            <a:r>
              <a:rPr lang="en-US" altLang="ko-KR" dirty="0"/>
              <a:t>AI</a:t>
            </a:r>
            <a:r>
              <a:rPr lang="ko-KR" altLang="en-US" dirty="0"/>
              <a:t>가 관련 뉴스 스크랩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69002C-FE6F-A2F4-B640-4D29AB80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463" y="0"/>
            <a:ext cx="3085537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205C43-3AC3-00A1-A473-D252F7AA9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76" y="5318716"/>
            <a:ext cx="3396843" cy="7588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66ED19E-DE6E-EF1B-D88F-9C7385B23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868" y="6210791"/>
            <a:ext cx="3458058" cy="55252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FA50E1D-F9CB-4605-5D18-7DF837BDA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52" y="5372331"/>
            <a:ext cx="2495898" cy="1238423"/>
          </a:xfrm>
          <a:prstGeom prst="rect">
            <a:avLst/>
          </a:prstGeom>
        </p:spPr>
      </p:pic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BB95CB3-C300-21A1-6F2A-961C5275432E}"/>
              </a:ext>
            </a:extLst>
          </p:cNvPr>
          <p:cNvSpPr/>
          <p:nvPr/>
        </p:nvSpPr>
        <p:spPr>
          <a:xfrm>
            <a:off x="5293217" y="5738666"/>
            <a:ext cx="762178" cy="4493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ACBB72B-96C6-3C2B-F9B2-A9D39AC70D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045" y="3792546"/>
            <a:ext cx="4867954" cy="8097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945D6B-1FFA-4C5B-0DC0-EF46E84F58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4706" y="288625"/>
            <a:ext cx="1113179" cy="31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96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05504-7EEF-CD1E-21B4-C099E3B5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9D8E-2B93-5485-CD45-F4ECA9B65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C47B2B-4EC5-FF49-3810-792EF6D04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9278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2021145046 </a:t>
            </a:r>
            <a:r>
              <a:rPr lang="ko-KR" altLang="en-US" sz="2800" dirty="0"/>
              <a:t>원재혁</a:t>
            </a:r>
          </a:p>
        </p:txBody>
      </p:sp>
    </p:spTree>
    <p:extLst>
      <p:ext uri="{BB962C8B-B14F-4D97-AF65-F5344CB8AC3E}">
        <p14:creationId xmlns:p14="http://schemas.microsoft.com/office/powerpoint/2010/main" val="18600361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명언">
  <a:themeElements>
    <a:clrScheme name="명언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명언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명언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명언</Template>
  <TotalTime>215</TotalTime>
  <Words>308</Words>
  <Application>Microsoft Office PowerPoint</Application>
  <PresentationFormat>와이드스크린</PresentationFormat>
  <Paragraphs>79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Century Gothic</vt:lpstr>
      <vt:lpstr>Wingdings 2</vt:lpstr>
      <vt:lpstr>명언</vt:lpstr>
      <vt:lpstr>NewsToast</vt:lpstr>
      <vt:lpstr>목차</vt:lpstr>
      <vt:lpstr>프로젝트 개요</vt:lpstr>
      <vt:lpstr>프로젝트 개요</vt:lpstr>
      <vt:lpstr>기술 스택</vt:lpstr>
      <vt:lpstr>기술 스택</vt:lpstr>
      <vt:lpstr>기술 스택</vt:lpstr>
      <vt:lpstr>주요 기능</vt:lpstr>
      <vt:lpstr>메인 페이지</vt:lpstr>
      <vt:lpstr>최신 뉴스</vt:lpstr>
      <vt:lpstr>AI 요약 </vt:lpstr>
      <vt:lpstr>키워드 검색</vt:lpstr>
      <vt:lpstr>삭제</vt:lpstr>
      <vt:lpstr>즐겨찾기</vt:lpstr>
      <vt:lpstr>AI 추천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jaehyuk won</dc:creator>
  <cp:lastModifiedBy>jaehyuk won</cp:lastModifiedBy>
  <cp:revision>2</cp:revision>
  <dcterms:created xsi:type="dcterms:W3CDTF">2025-11-05T10:12:14Z</dcterms:created>
  <dcterms:modified xsi:type="dcterms:W3CDTF">2025-12-09T09:32:13Z</dcterms:modified>
</cp:coreProperties>
</file>